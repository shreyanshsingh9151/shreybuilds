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4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C33A-423E-FD0C-0CBC-2A7CE713B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993B8-FEC5-44DF-6586-C81D3AEDC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FF71-306F-0087-D968-5D5A7797D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ED7E-65A8-467E-D2A0-0CE57CC2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F3150-735D-63BD-913F-047A241D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41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8FA1E-E083-3348-EDAC-A93B3A66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C4741-8E81-EB29-CCC8-F9CA67A69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7614E-6751-C446-8CB3-55AF32E0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4261D-456A-093B-BBCE-D65EEC34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77041-56CC-9F7A-B50F-573B60CD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83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0443-D575-A951-DF73-C264A1E9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932B2-A27A-2B7D-CBF4-9E5085B6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60CD6-B6EA-865C-49FD-B056EC35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C99F8-AAD6-BA6A-6E46-8A62A85F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9535-B038-5CF7-5327-C7B01104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85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8174-59E9-26CB-EBCA-835B3DCD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2D2E-EF85-848D-043A-5578863E3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BD87F-AA1C-300C-EEC9-D3E126D29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A3A84-EA7A-706F-7B49-76616240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7568B-1B80-3577-BA16-749F15CD3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72DB7-D9F1-7D8A-1E70-7BE5194B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53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3F92-BF13-FE19-8757-D7D564A1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609B1-5EF9-6F59-D236-72FD0C2E4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C41E7-75E8-35BE-70F9-DA75B05A4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FBF55-FA26-571D-1F79-F57C5E74D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9EC20-837A-57C4-F187-FD19D0666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2922C-3D2D-3FD1-0B8E-042A64A7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27A4F-9244-ECB3-A96A-38286231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348AC-A86A-6570-A00B-EA6563AF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5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7655-243C-93B1-E8C4-49233A27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B395C-1789-D3F4-BE66-90A59166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A01D2-E10C-44C9-7855-753D0881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F1CCA-B927-CC4F-FDC3-9C5526E4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8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A829A-A8F0-2C1A-C392-AE0D7F5A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1AA01-D969-3678-9357-E847A445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32252-EAAC-0516-1D24-2D935068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35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342A-FCFB-A7A3-0322-3FDFF61E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D1D62-0054-40E4-37A2-0693092AA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0932A-63C9-8A48-F9DE-918E21B70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E51C2-35E9-5D3A-7532-F2015C78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04EDD-63F5-79DA-38DC-93BA10FF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4F89D-ACAF-7FC6-9749-79A04FA3B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614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D147-4149-3983-6215-766ADA9B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A553F-E743-30E6-071C-995D46DCC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8B8FA-FB9B-74D2-F653-7012C376D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7BED5-FD8D-875C-8A12-9E68A8AA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5E5F3-1462-9C13-0B92-2C8B8C00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613BB-DCF7-83B8-1DB0-BEFB9717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33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4FE3-897E-AAA7-2BF4-B8617E95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59852-6388-2145-96C8-3A8186B1C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693CB-B818-9510-711E-B0D08EAE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F1FDD-BE76-D626-8097-D4D011E3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22CD5-D95A-7659-F982-3B602A00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14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8DD4B-902F-5245-3129-4934FF28B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EC37A-697F-9A0E-C7CE-684DF07EB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3822-6DA6-DE44-C5E3-9FF0298B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02EDE-CE9F-70F7-4AFC-B6731110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0549-4A70-3A34-5FB0-3BF7D374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477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05334-5755-BDB4-D168-2857034B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8C85E-9795-4043-CF1B-5CF757702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2D2A1-8CC5-3EDF-7F21-BFCA55627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B0E8D-6F14-FE04-8F96-7B978B562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F7A35-48A6-DB2B-44F7-52C5A08F5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final_slide2.png" /></ns0:Relationships>
</file>

<file path=ppt/slides/_rels/slide3.xml.rels>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final_slide3.png" /></ns0:Relationships>
</file>

<file path=ppt/slides/_rels/slide4.xml.rels>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final_slide4.png" /></ns0:Relationships>
</file>

<file path=ppt/slides/_rels/slide5.xml.rels>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final_slide5.png" /></ns0:Relationships>
</file>

<file path=ppt/slides/_rels/slide6.xml.rels>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final_slide6.png" /></ns0:Relationships>
</file>

<file path=ppt/slides/_rels/slide7.xml.rels>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final_slide7.png" /></ns0:Relationships>
</file>

<file path=ppt/slides/_rels/slide8.xml.rels>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final_slide8.png" /></ns0:Relationships>
</file>

<file path=ppt/slides/_rels/slide9.xml.rels>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final_slide9.png" /></ns0:Relationships>
</file>

<file path=ppt/slides/_rels/slide10.xml.rels>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final_slide10.png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0C14-0AC3-E3B9-7CA9-98311D43B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59" y="275304"/>
            <a:ext cx="10709752" cy="1177715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+mn-lt"/>
              </a:rPr>
              <a:t>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B4CDA-29A1-2329-170E-9D5466ACC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794" y="1951349"/>
            <a:ext cx="11592232" cy="470623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Presentation </a:t>
            </a:r>
          </a:p>
          <a:p>
            <a:r>
              <a:rPr lang="en-IN" dirty="0"/>
              <a:t>On </a:t>
            </a:r>
          </a:p>
          <a:p>
            <a:r>
              <a:rPr lang="en-IN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300" b="1" dirty="0"/>
              <a:t>EMAIL AUTOMATION USING LLMS</a:t>
            </a:r>
            <a:endParaRPr lang="en-IN" sz="33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 26</a:t>
            </a:r>
          </a:p>
          <a:p>
            <a:pPr algn="l"/>
            <a:r>
              <a:rPr lang="en-IN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IN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Presented by 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VIVEK KUMAR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VATSAL CHAUDHARY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VISHVESHVER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SHREYANSH SINGH RATHORE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Under the Supervision</a:t>
            </a:r>
          </a:p>
          <a:p>
            <a:r>
              <a:rPr lang="en-IN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DR.  ASIF KHAN                                                     </a:t>
            </a: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</a:rPr>
              <a:t>(Department of CSE _GNIOT Greater Noida, India)</a:t>
            </a: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0416"/>
            <a:ext cx="9908088" cy="1252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1156845"/>
      </p:ext>
    </p:extLst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2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3:creationId val="195588484"/>
      </p:ext>
    </p:extLst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3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3:creationId val="1894760573"/>
      </p:ext>
    </p:extLst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3:creationId val="3274365680"/>
      </p:ext>
    </p:extLst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5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3:creationId val="1416763062"/>
      </p:ext>
    </p:extLst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6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3:creationId val="185518828"/>
      </p:ext>
    </p:extLst>
  </p:cSld>
  <p:clrMapOvr>
    <a:masterClrMapping/>
  </p:clrMapOvr>
</p:sld>
</file>

<file path=ppt/slides/slide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7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3:creationId val="808057287"/>
      </p:ext>
    </p:extLst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8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3:creationId val="4259303561"/>
      </p:ext>
    </p:extLst>
  </p:cSld>
  <p:clrMapOvr>
    <a:masterClrMapping/>
  </p:clrMapOvr>
</p:sld>
</file>

<file path=ppt/slides/slide9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9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3:creationId val="1621679910"/>
      </p:ext>
    </p:extLst>
  </p:cSld>
  <p:clrMapOvr>
    <a:masterClrMapping/>
  </p:clrMapOvr>
</p:sld>
</file>

<file path=ppt/slides/slide10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SlideImage10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3:creationId val="1245248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683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s</vt:lpstr>
      <vt:lpstr>                                                                                            Table of  Contents </vt:lpstr>
      <vt:lpstr>  1.Introduction </vt:lpstr>
      <vt:lpstr>  </vt:lpstr>
      <vt:lpstr>  3.Literature Survey </vt:lpstr>
      <vt:lpstr> 4.Proposed Model </vt:lpstr>
      <vt:lpstr> 5.Discussion About Methodology &amp; Algorithm </vt:lpstr>
      <vt:lpstr> 6.Conclusion &amp; Future Work</vt:lpstr>
      <vt:lpstr> 7. Research Paper Progress </vt:lpstr>
      <vt:lpstr> 8.References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ICSCAI 2024 4,5,6 July 2024,LLOYD Institute of Engineering &amp; Technology Greater Noida,India</dc:title>
  <dc:creator>Arjun Singh</dc:creator>
  <cp:lastModifiedBy>Vatsal Chaudhary</cp:lastModifiedBy>
  <cp:revision>32</cp:revision>
  <dcterms:created xsi:type="dcterms:W3CDTF">2024-07-02T10:49:33Z</dcterms:created>
  <dcterms:modified xsi:type="dcterms:W3CDTF">2026-03-10T16:56:58Z</dcterms:modified>
</cp:coreProperties>
</file>